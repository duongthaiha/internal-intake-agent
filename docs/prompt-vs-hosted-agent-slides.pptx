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Prompt Agent vs Hosted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EDCF6"/>
                </a:solidFill>
                <a:latin typeface="Aptos"/>
              </a:defRPr>
            </a:pPr>
            <a:r>
              <a:t>Choosing the right Microsoft Foundry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Case study: internal intake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DCF6"/>
                </a:solidFill>
                <a:latin typeface="Aptos"/>
              </a:defRPr>
            </a:pPr>
            <a:r>
              <a:t>Technical comparison for developers and architects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Same behavior, different runtime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170432"/>
            <a:ext cx="4709160" cy="74980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057"/>
                </a:solidFill>
                <a:latin typeface="Aptos"/>
              </a:defRPr>
            </a:pPr>
            <a:r>
              <a:t>Shared contract: instructions + schema + evaluations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4846320" cy="224028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459736"/>
            <a:ext cx="44439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D"/>
                </a:solidFill>
                <a:latin typeface="Aptos Display"/>
              </a:defRPr>
            </a:pPr>
            <a:r>
              <a:t>Prompt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98648"/>
            <a:ext cx="4517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Foundry-managed runtime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Direct MCP tool configuration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Declarative agent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65392" y="2331720"/>
            <a:ext cx="4846320" cy="224028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59" y="2459736"/>
            <a:ext cx="44439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5010"/>
                </a:solidFill>
                <a:latin typeface="Aptos Display"/>
              </a:defRPr>
            </a:pPr>
            <a:r>
              <a:t>Hosted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3" y="2898648"/>
            <a:ext cx="4517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Repository-owned Python logic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 Toolbox integration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Custom providers and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66360"/>
            <a:ext cx="10881360" cy="56692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3057"/>
                </a:solidFill>
                <a:latin typeface="Aptos"/>
              </a:defRPr>
            </a:pPr>
            <a:r>
              <a:t>The choice is about runtime ownership, not intake behavior.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2881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5E5C"/>
                </a:solidFill>
                <a:latin typeface="Aptos"/>
              </a:defRPr>
            </a:pPr>
            <a:r>
              <a:t>Repository: agents/shared/, agents/prompt/config.yaml, agents/hosted/agent.py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Foundry platform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69080"/>
                <a:gridCol w="51663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Prompt agent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Hosted agent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Authoring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Portal, SDK, or REST configuration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Python/C# framework or custom code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Runtime code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None to maintain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Team owns agent application code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Hosting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Fully managed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Foundry-managed container compute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Tools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Attached to agent definition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Usually through a Toolbox MCP endpoint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Orchestration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Supported configuration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Full control and middleware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Protocols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Managed agent endpoint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Responses, Invocations, WebSocket, Activity, A2A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Cost shape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Inference + tool usage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Inference + tools + container compute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760720"/>
            <a:ext cx="10881360" cy="56692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3057"/>
                </a:solidFill>
                <a:latin typeface="Aptos"/>
              </a:defRPr>
            </a:pPr>
            <a:r>
              <a:t>Start with prompt when configuration is enough; choose hosted when application code is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5E5C"/>
                </a:solidFill>
                <a:latin typeface="Aptos"/>
              </a:defRPr>
            </a:pPr>
            <a:r>
              <a:t>Microsoft Learn: Agents in Microsoft Foundry; What are hosted agents?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How this repository implements each 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44068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225295"/>
            <a:ext cx="5038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D"/>
                </a:solidFill>
                <a:latin typeface="Aptos Display"/>
              </a:defRPr>
            </a:pPr>
            <a:r>
              <a:t>Prompt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664207"/>
            <a:ext cx="51114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PromptAgentDefinition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Shared instructions + MCP configuration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Five allowlisted tools; approval always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Foundry-managed conversations and runtime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SDK synchronization creates versions as needed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No repository RAG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97280"/>
            <a:ext cx="534924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225295"/>
            <a:ext cx="4946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5010"/>
                </a:solidFill>
                <a:latin typeface="Aptos Display"/>
              </a:defRPr>
            </a:pPr>
            <a:r>
              <a:t>Hosted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664207"/>
            <a:ext cx="5020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Microsoft Agent Framework harness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Python 3.13 Responses host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Cosmos or in-memory history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 IQ, Azure AI Search, memory, or no RAG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Toolbox approval gating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Custom telemetry, middleware, and startup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2881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5E5C"/>
                </a:solidFill>
                <a:latin typeface="Aptos"/>
              </a:defRPr>
            </a:pPr>
            <a:r>
              <a:t>Prompt: agents/prompt/config.yaml, sync.py | Hosted: agents/hosted/agent.py, hosted_agent.py, azure.yaml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Engineering trade-offs in this workload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  <a:gridCol w="53949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Prompt impact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Hosted impact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Delivery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Smaller definition and deployment surface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More code, dependencies, and configuration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Retrieval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No RAG configured here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Multiple providers with source attribution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History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Foundry-managed state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Explicit Cosmos/in-memory provider control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Observability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Platform-managed tracing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Platform tracing + custom middleware/spans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Fewer custom runtime components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More flexibility and more code to secure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Definition/configuration tests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Provider, middleware, startup, and host tests</a:t>
                      </a:r>
                    </a:p>
                  </a:txBody>
                  <a:tcPr marL="73152" marR="73152">
                    <a:solidFill>
                      <a:srgbClr val="F5F9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Lower runtime ownership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Versioned compute and dependency checks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760720"/>
            <a:ext cx="10881360" cy="56692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3057"/>
                </a:solidFill>
                <a:latin typeface="Aptos"/>
              </a:defRPr>
            </a:pPr>
            <a:r>
              <a:t>Hosted capability is valuable only when the workload needs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5E5C"/>
                </a:solidFill>
                <a:latin typeface="Aptos"/>
              </a:defRPr>
            </a:pPr>
            <a:r>
              <a:t>Repository: tests/, agents/hosted/history.py, agents/hosted/rag.py, azure.yaml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Selection guidance for the intake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303520" cy="306324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316736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Aptos Display"/>
              </a:defRPr>
            </a:pPr>
            <a:r>
              <a:t>Choose prompt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55648"/>
            <a:ext cx="49743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Shared instructions plus five MCP operations are sufficient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Fast iteration and low runtime ownership are priorities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Foundry-managed state, identity, tools, and tracing are sufficient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188720"/>
            <a:ext cx="5303520" cy="306324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16736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5010"/>
                </a:solidFill>
                <a:latin typeface="Aptos Display"/>
              </a:defRPr>
            </a:pPr>
            <a:r>
              <a:t>Choose hosted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755648"/>
            <a:ext cx="49743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 IQ or Azure AI Search grounding is required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Cosmos history, custom telemetry, or startup checks are required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Custom orchestration, providers, protocols, or sizing are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10881360" cy="56692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3057"/>
                </a:solidFill>
                <a:latin typeface="Aptos"/>
              </a:defRPr>
            </a:pPr>
            <a:r>
              <a:t>Recommendation: keep the shared contract; use prompt as the baseline and hosted for explicit custom runtime requirements.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2881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5E5C"/>
                </a:solidFill>
                <a:latin typeface="Aptos"/>
              </a:defRPr>
            </a:pPr>
            <a:r>
              <a:t>Decision applies to this repository implementation, not every Foundry workload.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CBD"/>
                </a:solidFill>
                <a:latin typeface="Aptos Display"/>
              </a:defRPr>
            </a:pPr>
            <a:r>
              <a:t>Sources and implementation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274320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25295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D"/>
                </a:solidFill>
                <a:latin typeface="Aptos Display"/>
              </a:defRPr>
            </a:pPr>
            <a:r>
              <a:t>Microsoft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64207"/>
            <a:ext cx="49743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Agents in Microsoft Foundry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What are hosted agents?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Foundry Agent Runtime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097280"/>
            <a:ext cx="5303520" cy="2743200"/>
          </a:xfrm>
          <a:prstGeom prst="roundRect">
            <a:avLst/>
          </a:prstGeom>
          <a:solidFill>
            <a:srgbClr val="F5F9FD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25295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5010"/>
                </a:solidFill>
                <a:latin typeface="Aptos Display"/>
              </a:defRPr>
            </a:pPr>
            <a: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664207"/>
            <a:ext cx="49743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README.md and azure.yaml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agents/shared/instructions/intake_agent.md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agents/prompt/config.yaml and sync.py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agents/hosted/agent.py, hosted_agent.py, history.py, rag.py</a:t>
            </a:r>
          </a:p>
          <a:p>
            <a:pPr>
              <a:spcAft>
                <a:spcPts val="7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docs/intake-agent-functional-requirements.md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6CBD"/>
                </a:solidFill>
                <a:latin typeface="Aptos"/>
              </a:defRPr>
            </a:pPr>
            <a:r>
              <a:t>https://learn.microsoft.com/azure/foundry/agents/overview</a:t>
            </a:r>
            <a:br/>
            <a:r>
              <a:t>https://learn.microsoft.com/azure/foundry/agents/concepts/hosted-agents</a:t>
            </a:r>
            <a:br/>
            <a:r>
              <a:t>https://learn.microsoft.com/azure/foundry/agents/concepts/runtime-components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881360" cy="566928"/>
          </a:xfrm>
          <a:prstGeom prst="roundRect">
            <a:avLst/>
          </a:prstGeom>
          <a:solidFill>
            <a:srgbClr val="E9F2FB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3057"/>
                </a:solidFill>
                <a:latin typeface="Aptos"/>
              </a:defRPr>
            </a:pPr>
            <a:r>
              <a:t>No quality or latency winner is claimed: scored evaluation artifacts are not present in this worktree.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0996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5E5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